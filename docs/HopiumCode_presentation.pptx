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Проект: помощник разработчика, который отвечает по реальному репозиторию и подтверждает каждое утверждение ссылкой [путь:строки].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Заполнить ФИО и группы перед защитой: красные метки на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строится офлайн. На запросе ретривер собирает контекст, модель при необходимости вызывает инструменты MCP, ссылки проверяются: подтверждается только то, что было в контексте или вернул инструмент.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четыре проблемы найдены на реальных данных и описаны в документации репозитория.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3sp1iR/HopiumCo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HopiumCode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ИИ-агент для онбординга в кодовую базу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граф кода + MCP · целевой репозиторий Flask 3.1.3 · всё работает локально, без внешних API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CopiumCore · курс АСОИУ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проекта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46304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ФИО (полностью)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Учебная группа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в проекте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 ФИО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Архитектор-интегратор: оркестратор, промпты, проверка ссылок, консоль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 ФИО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Индексация: загрузка, фрагменты, эмбеддинги, Chroma, BM25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 ФИО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 кода и гибридный ретривер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 ФИО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MCP-сервер и инструменты, MCP-клиент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 ФИО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ВПИСАТЬ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 качества, тесты, документация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агент: помощник разработчика, впервые открывшего незнакомый проект. Отвечает по-русски по небольшому Python-репозиторию (до 100 файлов) и к каждому утверждению даёт ссылку [путь:строки].</a:t>
            </a:r>
            <a:endParaRPr lang="en-US" sz="1600" dirty="0"/>
          </a:p>
        </p:txBody>
      </p:sp>
      <p:sp>
        <p:nvSpPr>
          <p:cNvPr id="4" name="card Поиск по смыслу"/>
          <p:cNvSpPr/>
          <p:nvPr/>
        </p:nvSpPr>
        <p:spPr>
          <a:xfrm>
            <a:off x="457200" y="201168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смыслу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«Где создаётся сессия пользователя?»</a:t>
            </a:r>
            <a:endParaRPr lang="en-US" sz="1400" dirty="0"/>
          </a:p>
        </p:txBody>
      </p:sp>
      <p:sp>
        <p:nvSpPr>
          <p:cNvPr id="7" name="card Связи в коде"/>
          <p:cNvSpPr/>
          <p:nvPr/>
        </p:nvSpPr>
        <p:spPr>
          <a:xfrm>
            <a:off x="4663440" y="201168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в коде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«Кто вызывает handle_user_exception?»</a:t>
            </a:r>
            <a:endParaRPr lang="en-US" sz="1400" dirty="0"/>
          </a:p>
        </p:txBody>
      </p:sp>
      <p:sp>
        <p:nvSpPr>
          <p:cNvPr id="10" name="card Объяснение модуля"/>
          <p:cNvSpPr/>
          <p:nvPr/>
        </p:nvSpPr>
        <p:spPr>
          <a:xfrm>
            <a:off x="457200" y="320040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модуля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 что отвечает подпакет sansio?»</a:t>
            </a:r>
            <a:endParaRPr lang="en-US" sz="1400" dirty="0"/>
          </a:p>
        </p:txBody>
      </p:sp>
      <p:sp>
        <p:nvSpPr>
          <p:cNvPr id="13" name="card История"/>
          <p:cNvSpPr/>
          <p:nvPr/>
        </p:nvSpPr>
        <p:spPr>
          <a:xfrm>
            <a:off x="4663440" y="320040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«Кто последним менял ctx.py?»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делает: не меняет код, не ходит во внешние сервисы, не исполняет код. Если ответа в коде нет, честно говорит об этом.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агента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(make index)</a:t>
            </a:r>
            <a:endParaRPr lang="en-US" sz="1200" dirty="0"/>
          </a:p>
        </p:txBody>
      </p:sp>
      <p:sp>
        <p:nvSpPr>
          <p:cNvPr id="4" name="box Файлы src/flask (24 .py)"/>
          <p:cNvSpPr/>
          <p:nvPr/>
        </p:nvSpPr>
        <p:spPr>
          <a:xfrm>
            <a:off x="457200" y="12801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src/flask (24 .py)</a:t>
            </a:r>
            <a:endParaRPr lang="en-US" sz="1300" dirty="0"/>
          </a:p>
        </p:txBody>
      </p:sp>
      <p:sp>
        <p:nvSpPr>
          <p:cNvPr id="6" name="box Фрагменты (ast, 482)"/>
          <p:cNvSpPr/>
          <p:nvPr/>
        </p:nvSpPr>
        <p:spPr>
          <a:xfrm>
            <a:off x="2194560" y="12801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 (ast, 482)</a:t>
            </a:r>
            <a:endParaRPr lang="en-US" sz="1300" dirty="0"/>
          </a:p>
        </p:txBody>
      </p:sp>
      <p:sp>
        <p:nvSpPr>
          <p:cNvPr id="8" name="box Эмбеддинги + Chroma"/>
          <p:cNvSpPr/>
          <p:nvPr/>
        </p:nvSpPr>
        <p:spPr>
          <a:xfrm>
            <a:off x="3931920" y="12801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 + Chroma</a:t>
            </a:r>
            <a:endParaRPr lang="en-US" sz="1300" dirty="0"/>
          </a:p>
        </p:txBody>
      </p:sp>
      <p:sp>
        <p:nvSpPr>
          <p:cNvPr id="10" name="box BM25 (по фрагментам)"/>
          <p:cNvSpPr/>
          <p:nvPr/>
        </p:nvSpPr>
        <p:spPr>
          <a:xfrm>
            <a:off x="3931920" y="2103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(по фрагментам)</a:t>
            </a:r>
            <a:endParaRPr lang="en-US" sz="1300" dirty="0"/>
          </a:p>
        </p:txBody>
      </p:sp>
      <p:sp>
        <p:nvSpPr>
          <p:cNvPr id="12" name="box Граф кода"/>
          <p:cNvSpPr/>
          <p:nvPr/>
        </p:nvSpPr>
        <p:spPr>
          <a:xfrm>
            <a:off x="2194560" y="2103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кода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1600200"/>
            <a:ext cx="3657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1600200"/>
            <a:ext cx="3657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1920240"/>
            <a:ext cx="0" cy="18288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(make ask)</a:t>
            </a:r>
            <a:endParaRPr lang="en-US" sz="1200" dirty="0"/>
          </a:p>
        </p:txBody>
      </p:sp>
      <p:sp>
        <p:nvSpPr>
          <p:cNvPr id="18" name="box Вопрос"/>
          <p:cNvSpPr/>
          <p:nvPr/>
        </p:nvSpPr>
        <p:spPr>
          <a:xfrm>
            <a:off x="457200" y="32461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46120"/>
            <a:ext cx="1280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300" dirty="0"/>
          </a:p>
        </p:txBody>
      </p:sp>
      <p:sp>
        <p:nvSpPr>
          <p:cNvPr id="20" name="box Гибридный поиск: вектор + BM25 + граф"/>
          <p:cNvSpPr/>
          <p:nvPr/>
        </p:nvSpPr>
        <p:spPr>
          <a:xfrm>
            <a:off x="2011680" y="32461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1168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поиск: вектор + BM25 + граф</a:t>
            </a:r>
            <a:endParaRPr lang="en-US" sz="1300" dirty="0"/>
          </a:p>
        </p:txBody>
      </p:sp>
      <p:sp>
        <p:nvSpPr>
          <p:cNvPr id="22" name="box Оркестратор + LLM qwen3"/>
          <p:cNvSpPr/>
          <p:nvPr/>
        </p:nvSpPr>
        <p:spPr>
          <a:xfrm>
            <a:off x="4023360" y="32461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+ LLM qwen3</a:t>
            </a:r>
            <a:endParaRPr lang="en-US" sz="1300" dirty="0"/>
          </a:p>
        </p:txBody>
      </p:sp>
      <p:sp>
        <p:nvSpPr>
          <p:cNvPr id="24" name="box Проверка ссылок"/>
          <p:cNvSpPr/>
          <p:nvPr/>
        </p:nvSpPr>
        <p:spPr>
          <a:xfrm>
            <a:off x="5760720" y="32461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ссылок</a:t>
            </a:r>
            <a:endParaRPr lang="en-US" sz="1300" dirty="0"/>
          </a:p>
        </p:txBody>
      </p:sp>
      <p:sp>
        <p:nvSpPr>
          <p:cNvPr id="26" name="box Ответ [путь:строки]"/>
          <p:cNvSpPr/>
          <p:nvPr/>
        </p:nvSpPr>
        <p:spPr>
          <a:xfrm>
            <a:off x="7498080" y="32461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324612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[путь:строки]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737360" y="3611880"/>
            <a:ext cx="27432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49040" y="3611880"/>
            <a:ext cx="27432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94960" y="3611880"/>
            <a:ext cx="3657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23760" y="3611880"/>
            <a:ext cx="27432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2" name="box MCP-сервер: read_file, search_code, find_callers, git_log, git_blame (только чтение)"/>
          <p:cNvSpPr/>
          <p:nvPr/>
        </p:nvSpPr>
        <p:spPr>
          <a:xfrm>
            <a:off x="5760720" y="210312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MCP-сервер: read_file, search_code, find_callers, git_log, git_blame (только чтение)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>
            <a:off x="5120640" y="2926080"/>
            <a:ext cx="73152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</a:t>
            </a:r>
            <a:endParaRPr lang="en-US" sz="3200" dirty="0"/>
          </a:p>
        </p:txBody>
      </p:sp>
      <p:sp>
        <p:nvSpPr>
          <p:cNvPr id="3" name="card Модели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qwen3:4b (ответы), nomic-embed-text (эмбеддинги). Всё локально</a:t>
            </a:r>
            <a:endParaRPr lang="en-US" sz="1400" dirty="0"/>
          </a:p>
        </p:txBody>
      </p:sp>
      <p:sp>
        <p:nvSpPr>
          <p:cNvPr id="6" name="card Поиск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(векторы), rank_bm25 + разбиение идентификаторов, слияние RRF</a:t>
            </a:r>
            <a:endParaRPr lang="en-US" sz="1400" dirty="0"/>
          </a:p>
        </p:txBody>
      </p:sp>
      <p:sp>
        <p:nvSpPr>
          <p:cNvPr id="9" name="card Граф кода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кода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+ NetworkX: DEFINES, IMPORTS, INHERITS, CALLS, обход с затуханием</a:t>
            </a:r>
            <a:endParaRPr lang="en-US" sz="1400" dirty="0"/>
          </a:p>
        </p:txBody>
      </p:sp>
      <p:sp>
        <p:nvSpPr>
          <p:cNvPr id="12" name="card Инструменты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MCP SDK 2.x (MCPServer), транспорт stdio, 5 инструментов</a:t>
            </a:r>
            <a:endParaRPr lang="en-US" sz="1400" dirty="0"/>
          </a:p>
        </p:txBody>
      </p:sp>
      <p:sp>
        <p:nvSpPr>
          <p:cNvPr id="15" name="card Оркестратор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цикл на Python: до 4 шагов, проверка ссылок, запасные вызовы</a:t>
            </a:r>
            <a:endParaRPr lang="en-US" sz="1400" dirty="0"/>
          </a:p>
        </p:txBody>
      </p:sp>
      <p:sp>
        <p:nvSpPr>
          <p:cNvPr id="18" name="card Качество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(441 тест), ruff, 32 вопроса с проверенным эталоном, recall@5/8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 разработки и трудности</a:t>
            </a:r>
            <a:endParaRPr lang="en-US" sz="3200" dirty="0"/>
          </a:p>
        </p:txBody>
      </p:sp>
      <p:sp>
        <p:nvSpPr>
          <p:cNvPr id="3" name="card Русский вопрос, английский код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вопрос, английский код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не находил ничего, эмбеддинги промахивались. Решение: словарь расширения запроса.</a:t>
            </a:r>
            <a:endParaRPr lang="en-US" sz="1400" dirty="0"/>
          </a:p>
        </p:txBody>
      </p:sp>
      <p:sp>
        <p:nvSpPr>
          <p:cNvPr id="6" name="card Граф не попадал в выдачу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не попадал в выдачу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графа ниже прямых совпадений. Решение: квота мест и вызывающие первыми.</a:t>
            </a:r>
            <a:endParaRPr lang="en-US" sz="1400" dirty="0"/>
          </a:p>
        </p:txBody>
      </p:sp>
      <p:sp>
        <p:nvSpPr>
          <p:cNvPr id="9" name="card Маленькая модель и инструменты"/>
          <p:cNvSpPr/>
          <p:nvPr/>
        </p:nvSpPr>
        <p:spPr>
          <a:xfrm>
            <a:off x="457200" y="2697480"/>
            <a:ext cx="4023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модель и инструменты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 писала вызов текстом. Выбор верного инструмента: 2 из 10. Решение: вызов по правилу.</a:t>
            </a:r>
            <a:endParaRPr lang="en-US" sz="1400" dirty="0"/>
          </a:p>
        </p:txBody>
      </p:sp>
      <p:sp>
        <p:nvSpPr>
          <p:cNvPr id="12" name="card Диапазоны строк у фрагментов"/>
          <p:cNvSpPr/>
          <p:nvPr/>
        </p:nvSpPr>
        <p:spPr>
          <a:xfrm>
            <a:off x="4663440" y="2697480"/>
            <a:ext cx="4023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Диапазоны строк у фрагментов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модуля охватывал чужие функции, проверка ссылок пропускала лишнее. Решение: непрерывные участки.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работа: 5 зон, общие контракты (models.py, interfaces.py), откат на заглушки, пока модуль не готов.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агента: вопрос по смыслу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1722"/>
          </a:solidFill>
          <a:ln w="12700">
            <a:solidFill>
              <a:srgbClr val="0F1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ask Q="Где создаётся сессия пользователя и где она сохраняется?"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Сессия создается в методе `open_session` класса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`SecureCookieSessionInterface` [sessions.py:323-335].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Сохранение происходит через метод `save_session`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[sessions.py:263-270], который использует сертификат,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сгенерированный в методе `get_signing_serializer`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[sessions.py:303-321].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Подтверждено ссылок: 3 из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[шагов модели: 2; инструменты: нет; 98.7 c]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проверены на реальные строки файлов. Формулировка «сертификат» неточна: на деле это подпись cookie, и такие огрехи 4B-модели есть.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агента: связи, история, отказ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solidFill>
            <a:srgbClr val="0F1722"/>
          </a:solidFill>
          <a:ln w="12700">
            <a:solidFill>
              <a:srgbClr val="0F1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ask "Кто вызывает handle_user_exception?"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Flask.full_dispatch_request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[app.py:904-920]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Подтверждено ссылок: 1 из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[инструмент: find_callers; 16.9 c]</a:t>
            </a:r>
            <a:endParaRPr lang="en-US" sz="1200" dirty="0"/>
          </a:p>
        </p:txBody>
      </p:sp>
      <p:sp>
        <p:nvSpPr>
          <p:cNvPr id="5" name="terminal"/>
          <p:cNvSpPr/>
          <p:nvPr/>
        </p:nvSpPr>
        <p:spPr>
          <a:xfrm>
            <a:off x="4663440" y="1051560"/>
            <a:ext cx="4023360" cy="1463040"/>
          </a:xfrm>
          <a:prstGeom prst="rect">
            <a:avLst/>
          </a:prstGeom>
          <a:solidFill>
            <a:srgbClr val="0F1722"/>
          </a:solidFill>
          <a:ln w="12700">
            <a:solidFill>
              <a:srgbClr val="0F17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ask "Как во Flask настроена встроенная аутентификация?"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найденном контексте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ответа нет.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(в коде Flask её нет)</a:t>
            </a:r>
            <a:endParaRPr lang="en-US" sz="1200" dirty="0"/>
          </a:p>
        </p:txBody>
      </p:sp>
      <p:sp>
        <p:nvSpPr>
          <p:cNvPr id="7" name="terminal"/>
          <p:cNvSpPr/>
          <p:nvPr/>
        </p:nvSpPr>
        <p:spPr>
          <a:xfrm>
            <a:off x="457200" y="2697480"/>
            <a:ext cx="8229600" cy="1600200"/>
          </a:xfrm>
          <a:prstGeom prst="rect">
            <a:avLst/>
          </a:prstGeom>
          <a:solidFill>
            <a:srgbClr val="0F1722"/>
          </a:solidFill>
          <a:ln w="12700">
            <a:solidFill>
              <a:srgbClr val="0F17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ask "Кто последним менял файл src/flask/ctx.py?"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Последним изменением файла src/flask/ctx.py был коммит c17f379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(2026-02-18) "request context tracks session access",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автор David Lord.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[инструмент: git_log; 148.4 c]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и снизу видно главное свойство: агент называет источник или честно отказывает, а не выдумывает.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HopiumCode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Репозиторий с кодом</a:t>
            </a:r>
            <a:endParaRPr lang="en-US" sz="36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github.com/d3sp1iR/HopiumCode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Запуск: make fetch → make index → make ask Q="..." → make eval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автотест, ruff без замечаний, 32 вопроса с проверенным эталоном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режимов vector / vector+bm25 / hybrid: make eval ARGS="--mode all"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HopiumCode: локальный ИИ-агент для онбординга в кодовую базу</dc:title>
  <dc:subject>PptxGenJS Presentation</dc:subject>
  <dc:creator>PptxGenJS</dc:creator>
  <cp:lastModifiedBy>PptxGenJS</cp:lastModifiedBy>
  <cp:revision>1</cp:revision>
  <dcterms:created xsi:type="dcterms:W3CDTF">2026-10-30T13:48:13Z</dcterms:created>
  <dcterms:modified xsi:type="dcterms:W3CDTF">2026-10-30T13:48:13Z</dcterms:modified>
</cp:coreProperties>
</file>